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7" autoAdjust="0"/>
    <p:restoredTop sz="94660"/>
  </p:normalViewPr>
  <p:slideViewPr>
    <p:cSldViewPr snapToGrid="0">
      <p:cViewPr varScale="1">
        <p:scale>
          <a:sx n="79" d="100"/>
          <a:sy n="79" d="100"/>
        </p:scale>
        <p:origin x="7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C5851-5E16-D7BF-F5B5-4E2FBE8E8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4E200-0A4A-B0D9-E266-33E4FE7AD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34012-9084-CEC8-7155-14B7325D6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3D08-AD4D-4D2F-A78A-D22FCBA4A506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EDE16-5B5A-9B46-16C6-F0D61017E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5032B-0B00-A699-5F6E-FF7E2F17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01C5A-AAC3-4089-A115-151A538EBE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875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91DD5-02E7-2A63-5218-B35E65FCC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E7006-BE26-EB73-2888-354D3655B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A9A0D-EC7D-AC9C-39CF-36DE9B780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3D08-AD4D-4D2F-A78A-D22FCBA4A506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CCD4D-E0B9-B380-51F7-FD5447B7E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7C95E-30A3-18DE-7F24-9C89BE470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01C5A-AAC3-4089-A115-151A538EBE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99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5CAC2-2862-4898-BEC3-2F340E84C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3460E-6681-D6A2-E076-D845C7C0D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699FF-C44E-D875-6E25-FAF1858B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3D08-AD4D-4D2F-A78A-D22FCBA4A506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AF937-F121-F9EC-E726-5740B55DE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E6867-0460-6A40-FCE8-39A67ACDD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01C5A-AAC3-4089-A115-151A538EBE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11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61FA-0C2C-DD40-93A0-4920DFBA9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3888F-FBAE-61AF-929A-BFB6882CB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75ADE-A359-BFFA-D6BC-A1DA0DC1F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ABC44-5DB2-D62C-408E-FCA1D8953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3D08-AD4D-4D2F-A78A-D22FCBA4A506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992CB-00E5-6700-BB07-E4CC5DBA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B384C-A2C5-7742-B461-8CCA0F7FA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01C5A-AAC3-4089-A115-151A538EBE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78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52A7-8B47-E2D3-A41E-385436B25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75E38-F62B-22F8-ECC4-6782E73F0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64352-351B-22D2-F513-84B4CA1CA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B9924B-DD46-12CA-5DCB-0AB6FE9859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7A8D80-FE03-965D-0E9F-AC404E009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A21CE-F46E-065E-DD98-E67B0F14C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3D08-AD4D-4D2F-A78A-D22FCBA4A506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A7647-99CA-A9DC-0F17-A80F6E29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A17C2-87F9-5B16-76D1-3A65BB110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01C5A-AAC3-4089-A115-151A538EBE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527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8B9D0-2EE0-5AA4-996A-D07D824D6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1566B3-EE67-D342-D3C4-F8FA4924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3D08-AD4D-4D2F-A78A-D22FCBA4A506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296C4-C4BA-30B8-D411-E424549D2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21DCF-A542-1356-9D10-961DC2920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01C5A-AAC3-4089-A115-151A538EBE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93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2770AB-B626-4040-A1B9-4CBE4775D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3D08-AD4D-4D2F-A78A-D22FCBA4A506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AF12D1-738C-7AEE-09E6-25E3C2FAF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A32A5-A62B-F23F-21F9-6E398AA76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01C5A-AAC3-4089-A115-151A538EBE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90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E451-A6D1-EA2D-C8D5-74718E77A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2BF73-F332-4EAD-30B5-05324F575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90929-97DF-1A87-68C8-D8D343E50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CBB50-3E57-7DB8-3A96-FB7698FA3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3D08-AD4D-4D2F-A78A-D22FCBA4A506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A1CFA0-39AA-839F-14FC-DC9440964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BB2A0-C644-44B4-DA0C-672F9DFD6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01C5A-AAC3-4089-A115-151A538EBE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94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61B8-9E97-1F84-473F-1DF1AD0F7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3D74F8-072B-E609-5D8F-748C25531D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F5411-029B-A167-B706-B3538B1BE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5B06B-C728-5BF5-A98E-919F1A5F3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3D08-AD4D-4D2F-A78A-D22FCBA4A506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7E5FD-372E-5E9C-6EF0-F99C200A3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5200B-B596-3582-E4D9-9E5320C89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01C5A-AAC3-4089-A115-151A538EBE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610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01C08-2A26-E4ED-37EA-5B82C25E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FBF067-D866-1854-E501-F78DFA776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9AC2A-7C4D-66C3-7974-34D1EBD8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3D08-AD4D-4D2F-A78A-D22FCBA4A506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BB130-91AE-BF68-1C61-468AA2183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96170-1955-3380-F054-4A3E11FA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01C5A-AAC3-4089-A115-151A538EBE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534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AC285-75D6-16ED-47F1-FA20405F7D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992C7-2C6B-8C97-E0EB-9FC0B2374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4A2C0-4317-CCE7-753C-4BC1E8B69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93D08-AD4D-4D2F-A78A-D22FCBA4A506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C3B39-818F-CA93-CE70-FCB28A32D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ECD4F-2A4A-B40D-A9F2-3D1987844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D01C5A-AAC3-4089-A115-151A538EBE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3755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7E7D26-99F2-F78F-B4A7-CC2E59B1E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4476A-0093-02B6-4FD1-96410E868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77B0-FD81-55D8-9836-28C914423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93D08-AD4D-4D2F-A78A-D22FCBA4A506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7BB7B-47E0-2110-0311-1C5C0141A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2104F-F782-2C9E-D00E-CB3229A6C2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D01C5A-AAC3-4089-A115-151A538EBE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725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 title="Microsoft Power BI">
                <a:extLst>
                  <a:ext uri="{FF2B5EF4-FFF2-40B4-BE49-F238E27FC236}">
                    <a16:creationId xmlns:a16="http://schemas.microsoft.com/office/drawing/2014/main" id="{DFBACA73-A73F-7907-EB99-43FE604A9CD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71692391"/>
                  </p:ext>
                </p:extLst>
              </p:nvPr>
            </p:nvGraphicFramePr>
            <p:xfrm>
              <a:off x="816864" y="597408"/>
              <a:ext cx="10536936" cy="557955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 title="Microsoft Power BI">
                <a:extLst>
                  <a:ext uri="{FF2B5EF4-FFF2-40B4-BE49-F238E27FC236}">
                    <a16:creationId xmlns:a16="http://schemas.microsoft.com/office/drawing/2014/main" id="{DFBACA73-A73F-7907-EB99-43FE604A9CD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6864" y="597408"/>
                <a:ext cx="10536936" cy="55795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8876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 title="Microsoft Power BI">
                <a:extLst>
                  <a:ext uri="{FF2B5EF4-FFF2-40B4-BE49-F238E27FC236}">
                    <a16:creationId xmlns:a16="http://schemas.microsoft.com/office/drawing/2014/main" id="{8C1F1666-D0C6-0DFA-B04B-B04D074BF28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90692064"/>
                  </p:ext>
                </p:extLst>
              </p:nvPr>
            </p:nvGraphicFramePr>
            <p:xfrm>
              <a:off x="597408" y="646176"/>
              <a:ext cx="10756392" cy="553078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 title="Microsoft Power BI">
                <a:extLst>
                  <a:ext uri="{FF2B5EF4-FFF2-40B4-BE49-F238E27FC236}">
                    <a16:creationId xmlns:a16="http://schemas.microsoft.com/office/drawing/2014/main" id="{8C1F1666-D0C6-0DFA-B04B-B04D074BF28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7408" y="646176"/>
                <a:ext cx="10756392" cy="553078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5639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E6101-8B20-4F1B-8DED-0395DB9C89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Financial Sales PBi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66E73-9931-2B58-D0CB-36387B59D9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7174A63E-5EF0-57F1-5FE4-D9E8A263A3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8444856"/>
                  </p:ext>
                </p:extLst>
              </p:nvPr>
            </p:nvGraphicFramePr>
            <p:xfrm>
              <a:off x="804672" y="571499"/>
              <a:ext cx="10631424" cy="5792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7174A63E-5EF0-57F1-5FE4-D9E8A263A3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4672" y="571499"/>
                <a:ext cx="10631424" cy="5792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8211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1122C47A-38FD-4555-A591-FB84785297B9}">
  <we:reference id="wa200003233" version="2.0.0.3" store="en-GB" storeType="OMEX"/>
  <we:alternateReferences>
    <we:reference id="WA200003233" version="2.0.0.3" store="WA200003233" storeType="OMEX"/>
  </we:alternateReferences>
  <we:properties>
    <we:property name="pptInsertionSessionID" value="&quot;718021FB-FEBF-47C9-9184-24A6ED158B7C&quot;"/>
    <we:property name="embedUrl" value="&quot;/reportEmbed?reportId=a5b6f2a9-b168-443a-9fed-6115cb21c4a4&amp;config=eyJjbHVzdGVyVXJsIjoiaHR0cHM6Ly9XQUJJLVVLLVNPVVRILUItUFJJTUFSWS1yZWRpcmVjdC5hbmFseXNpcy53aW5kb3dzLm5ldCIsImVtYmVkRmVhdHVyZXMiOnsidXNhZ2VNZXRyaWNzVk5leHQiOnRydWV9fQ%3D%3D&amp;disableSensitivityBanner=true&amp;storytellingChangeViewModeShortcutKeys=true&quot;"/>
    <we:property name="bookmark" value="&quot;H4sIAAAAAAAAA+VYS2/jNhD+K4HORiFSD0q5bdx0L/sI6naBRZHDkBw63MiiQFFu3MD/vUPJ6T6yiYMi3VWx8EHUzHj4zcw3Y9K3ibZ918DuDWwwOU3OnLvegL8+YckiaSdZgakyQkIlIRNKllxqQ1rXBevaPjm9TQL4NYZ3th+giY5I+MflIoGmuYB1fDPQ9LhIOvS9a6Gxf+FkTKrgB9wvErzpGuchulwFCBjdbsmc3gkC+ymjHUEFu8UVqjBJC25yYzLGuErLWkkhy4rM+slgRPZVE5Ib2wTyHpdyd37TeUJ8excw4/SpRGmkzouMpyByTX7DrovaJaFbO28VNMmI22M/wbxNlq4ZNuPq/DP5yg1e4a9oRlUbbNiRJ2NbaJWNadhTCi68owSNmvcIfpRduT+XHmlHnZwW+0uSbMfELV0bwLaHEPKi4qnmeamLmiuNnFfi4Si/YRy01IMK90JJ94t/cLzQW/o26nsgXqzXHtcQDq/n/xVCYyeAvwztgVnpfPGuoMGTC6oaHscc6dLbdt0cum3sqXH12xRKQwyiblPXqCd8S7eRbnkFPsQGlx+okyJ7yI/zGv3ZbiTQz9bf9SBffBHPdy3a/vJuSJDFh0/GwIHrE/znJ/flPqoENwUopbTJylwWYHLOoqtHS9DRgHwDW0spc/7zpEefuYa6ZnkGJQMjhWZlmh/12V8BPe/5kkoyhakQijEspNE04I5Oie/P9v4ZiK7A61kz+oFAI7MWieFCmlrqmme8UiblmeIzL9xTx+r/v3IPz6Ioqo3OeQ0qzTHWT3Jh9L/t39IoUWHK67oEVZUZIMtnToPfWxv6k5Vr9I9AhceineiguZHM1DR4q4JpUWRZWc+8hMu3L1c/QvG+HudUNqhyxFLnmRK8qjg1nmEzL9traAdDZ6HBU1We7cA4+yo+KeypqFznucC8lJzRLbEu00qqo6M54E2Q7ub+cDam4GVWirqsaDZDKtQTfqO/xRVs6YY20Ml33leaJxzy5gL32Y422Ht7UM25pR49mgoEYCCrlAmJIIwsVH20iWD0cjaEQL6+6KSxmT5Kkg369fhnkBtC34HCC2hxTEw3QbQ42hERoNWoD2sfn68std60/ztohrj1+EdUMm4TL237vwEULlOuABMAAA==&quot;"/>
    <we:property name="datasetId" value="&quot;91a1b7ed-a057-4379-bb4a-df2e3d603300&quot;"/>
    <we:property name="pageName" value="&quot;52f4ff3112c069cb7b68&quot;"/>
    <we:property name="reportUrl" value="&quot;/groups/me/reports/a5b6f2a9-b168-443a-9fed-6115cb21c4a4/52f4ff3112c069cb7b68&quot;"/>
    <we:property name="reportName" value="&quot;Financial Sales PBi&quot;"/>
    <we:property name="reportState" value="&quot;CONNECTED&quot;"/>
    <we:property name="pageDisplayName" value="&quot;Summary&quot;"/>
    <we:property name="backgroundColor" value="&quot;#E6E6E6&quot;"/>
    <we:property name="initialStateBookmark" value="&quot;H4sIAAAAAAAAA+VYbW/bNhD+K4E+G4NIvVDKt8TL9qHLC+qtwDAEw5E8Omxk0aAoL17g/96j5Gxr08TBkLUaCn8QeTwdn7t77kzqPtG2WzewvYAVJsfJqXO3K/C3RyyZJe1ednn55vzk7ZvfL07Oz0js1sG6tkuO75MAfonhne16aKIFEv52PUugaa5gGWcGmg5nyRp951po7J84KtNS8D3uZgnerRvnIZpcBAgYzW5Inea0N/suox1BBbvBBaowSgtucmMyxrhKy1pJIcuK1LpRYUD2WRWSG9sEsh6Hcnt2t/aE+P7BU8bpV4nSSJ0XGU9B5Jrshu06rs4J3dJ5q6BJBtweuxHmfTJ3Tb8aRmcfyReu9wrfohmW2mDDliwZ20KrbAzDjkJw5R0FaFj5FcEPshv3x9wj7aiT42J3TZLNELi5awPYdu9CXlQ81TwvdVFzpZHzSjzt5Rf0g4a6V+GRK+lu9heOE72ht1E/AnGyXHpcQthPz/4rhMaOAH/o2z2z0uniXUCDR1eUNTyMOdKls+2y2VfbUFPD6OfRlYYYRNWmblGP+OZuJd38BnyIBS7fUyVF9pAd5zX60+1AoO+tf6hBPvvEn6+atN31Q5Mgjff/aAN7ro/wX5/c17u4JLgpQCmlTVbmsgCTcxZNPZuCNTXIC9hYCpnzHwc92sw11DXLMygZGCk0K9P8oM3uBuj5yJZUkilMhVCMYSGNpgZ3sEt8fbZ3r0B0BV5PmtFPOBqZNUsMF9LUUtc845UyKc8Un3jiXtpW//+Ze7oXRVFtdM5rUGmOMX+SC6P/bf2WRokKU17XJaiqzABZPnEa/NLa0B0tXKO/BSo85+1IB82NZKamxlsVTIsiy8p64imcX/64+BaS93k/x7RBlSOWOs+U4FXFqfAMm3jazqHtDZ2Fek9ZebUD4+Sz+CK3x6RynecC81JyRrfEukwrqQ625oB3Qbq7x83ZmIKXWSnqsqLeDKlQL/iP/hJXsLnr20An32lfaV5wyJsK3Fc72mDn7X5pyiX17NFUIAADWaVMSARhZKHqg0UEg5XTPgSy9UklDcX0tyRZoV8OH4NcH7o1KLyCFofArEeIFgc9IgK0GvV+7OPzJ0ulN+7/Dpo+bj18iEqGTQiSlQ0eeCF+nkoGWPGSt/sAr8XvJikTAAA=&quot;"/>
    <we:property name="isFiltersActionButtonVisible" value="true"/>
    <we:property name="isVisualContainerHeaderHidden" value="false"/>
    <we:property name="reportEmbeddedTime" value="&quot;2025-11-07T08:30:53.479Z&quot;"/>
    <we:property name="creatorTenantId" value="&quot;9c8c5db4-be73-4c0b-8b3a-2a7abf188de5&quot;"/>
    <we:property name="creatorUserId" value="&quot;10032004CBBBA217&quot;"/>
    <we:property name="creatorSessionId" value="&quot;06585171-a608-4b18-baf2-f8bcfd7ebdf2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2E2F52D-F848-42CD-9667-3B23D80662B7}">
  <we:reference id="wa200003233" version="2.0.0.3" store="en-GB" storeType="OMEX"/>
  <we:alternateReferences>
    <we:reference id="WA200003233" version="2.0.0.3" store="WA200003233" storeType="OMEX"/>
  </we:alternateReferences>
  <we:properties>
    <we:property name="pptInsertionSessionID" value="&quot;718021FB-FEBF-47C9-9184-24A6ED158B7C&quot;"/>
    <we:property name="embedUrl" value="&quot;/reportEmbed?reportId=a5b6f2a9-b168-443a-9fed-6115cb21c4a4&amp;config=eyJjbHVzdGVyVXJsIjoiaHR0cHM6Ly9XQUJJLVVLLVNPVVRILUItUFJJTUFSWS1yZWRpcmVjdC5hbmFseXNpcy53aW5kb3dzLm5ldCIsImVtYmVkRmVhdHVyZXMiOnsidXNhZ2VNZXRyaWNzVk5leHQiOnRydWV9fQ%3D%3D&amp;disableSensitivityBanner=true&amp;storytellingChangeViewModeShortcutKeys=true&quot;"/>
    <we:property name="bookmark" value="&quot;H4sIAAAAAAAAA+1YUW/TMBD+K1OeKxTHaRLvbesGPAwYFE1CaA8X+5x6S5PIccpK1f+O7WRsaxmDAaNCvDT23eXuu+9y56SrQKi2KWH5GuYY7AeHdX05B325R4JRUPWyVCDBmLI8DgliImMaC6utG6Pqqg32V4EBXaA5U20HpXNkhR/PRwGU5SkUbiehbHEUNKjbuoJSfcbe2KqM7nA9CvCqKWsNzuXUgEHndmHN7d5CIM+ojQjcqAVOkZteOiZyTCKeAGLEM0ZhLDNr1vYGHtk3TaxcqtJY726ZL4+vGm0Rr64TDilALMIsCjMgTMqURi68WTZOO7HoilorDmXgcWtse5irYFKX3dyvju/Ip3WnOb5D6VWVUWZpPUlVQcWVo2FtKTjVtSXIaz4gaC+b1Z8mGm1EEeyP1+dWsvDETerKgKqGFDJkgiCL8zQeo+AiY+H4/iyHPA7EwkZHsZXEQVFoLMAM2+M/kuEUSuyFz7tqKGi4mXG4Hq2ekvYpFnOszBbzt3HcS9sfrX3oa9+qqiiH1vEN4lfve2CNwskMtHGtmV/YHnB1tzfVWqA+XPrSHyl93T3RaAPn3yz7+vy6u63txa3+Hareo//9ZT5fOxXIKGeUJIyIMWNZaEcGda6+Szd4kIedMRbEHcqdy5yzNAeSSkohCjnkwB922c7AXrd9sThiwg4kRmRGOQEB4YO+DF6ZvL7a9kailFORYsqjTGScZozD472NwxRpLmMZQcKFtD/kF7AlROYJw5TELKOU0yRN8h2fY5M3L6a7NsYmdVcZ2zOPGmO7Of13durysmvts4miB/IzE5hsTuDfX3/H4FNEHNh72jF+k2Y/xsOc0ojnMs9pGgqIWcKSB6fHzvfjS4UaNJ8tT3CB5TaYr/pt1TWEM9Cqf7P2wB+Z0PCF8NVZcCfHI/fO7sxu4fHCvRuBUw9Z3NdvPzYo/1FO3nZ2eOB/WjZoeWW/dWb/m+cWI0fwDxzuDx6tsqsqLDcP0791vvgj5gZJMEdd+Keh7kzbAMdTqNDHb3oXCr2dLQBUwqXs19pdT5Rt8z7jMyg7n6z7hyTwYXy0L1tPqJqZEQAA&quot;"/>
    <we:property name="datasetId" value="&quot;91a1b7ed-a057-4379-bb4a-df2e3d603300&quot;"/>
    <we:property name="pageName" value="&quot;51f512c6aee2c893a5f8&quot;"/>
    <we:property name="reportUrl" value="&quot;/groups/me/reports/a5b6f2a9-b168-443a-9fed-6115cb21c4a4/51f512c6aee2c893a5f8&quot;"/>
    <we:property name="reportName" value="&quot;Financial Sales PBi&quot;"/>
    <we:property name="reportState" value="&quot;CONNECTED&quot;"/>
    <we:property name="pageDisplayName" value="&quot;Detail Sales&quot;"/>
    <we:property name="backgroundColor" value="&quot;#E6E6E6&quot;"/>
    <we:property name="initialStateBookmark" value="&quot;H4sIAAAAAAAAA+1YUW/TMBD+KyjPFUriNon3tnUDJBgbFE1CaEIX+5wa3CRynLJS9b9jOxnbWkZhsK1CvDTJ3eXzd9/1zkmWAZdNrWDxGmYY7AUHVfV5BvrzkygYBGVvOzl5ebz/9uXH1/vHR9Zc1UZWZRPsLQMDukBzJpsWlEOwxg/ngwCUOoXCXQlQDQ6CGnVTlaDkV+yCrcvoFleDAC9qVWlwkBMDBh3s3Ibba7t29JTYFYEZOccJMtNZR5EYRTFLADFmGSUwEpkNa7oAz+yHIdYupDIW3Z3mi6OLWlvGy8tMQwIw5GEWhxlEVIiUxG55s6idd2zZFZWWDFTgeWtsOprLYFypdubPjm7YJ1WrGb5F4V2lkWZhkYQsoWTSybCyEpzqygrkPe8RtLdNqy9jjXZFHuyNVufWMvfCjavSgCz7FDKkPEI6zNPhCDnjGQ1Ht2fZ57HP53Z1C7yexH5RaCzA9JdH95LhBBR2xmdt2Rc0XM84XA2WDyn7BIsZlmZD+es8bpXtXmsf+to3sixU3zq+QfzZu45YLXE8BW1ca+afbA+4utubKs1RHyx86Q+lvuyeeLDG8zHLvjq/7G4b++la//ZV79j//TKfr5wLRJxTEiU04iNKs9CODOKgfio3eJIHrTGWxA3JHWTOaJpDlApCIA4Z5MC2QzZTsMdNLDqMKbcDiUYiIywCDuFWLIMXJq8uNtGiOGWEp5iyOOMZIxllcHe0UZgiycVQxJAwLuxP9AfckkjkCcU0GtKMEEaSNMl3fI6NT55Pdm2Mjau2NLZn7jTGdnP67+zUZapt7H8TeUfkdyZwtD6B/379nYIPsWKv3sOO8as0uzEe5oTELBd5TtKQw5AmNNk6PXa+H19I1KDZdPEK56g2yXz3b7ouKZyBlt2TtSd+x4T6V4PvYMGNHA/dM7sLu8bHG59cGZy7z+K2fvu1QfmPavKmtcMD/8uyJsuxfdeZ/m+ea4ocwj+wuW/dWkVblqjWN9PH2l/8FnPFJJihLvy/oWpNUwPDUyjRr193EBJ9nC0AlNyl7M+1O76Sts27jM9AtT5Z94XE79hOBJkr3HKD+24SeFqe3TfQysOLwhEAAA==&quot;"/>
    <we:property name="isFiltersActionButtonVisible" value="true"/>
    <we:property name="isVisualContainerHeaderHidden" value="false"/>
    <we:property name="reportEmbeddedTime" value="&quot;2025-11-07T08:31:05.473Z&quot;"/>
    <we:property name="creatorTenantId" value="&quot;9c8c5db4-be73-4c0b-8b3a-2a7abf188de5&quot;"/>
    <we:property name="creatorUserId" value="&quot;10032004CBBBA217&quot;"/>
    <we:property name="creatorSessionId" value="&quot;75e99cce-f481-4399-a270-331c04750452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873594EE-E8B5-492F-B1C4-37C10FE05B71}">
  <we:reference id="wa200003233" version="2.0.0.3" store="en-GB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81X224bNxD9FYHPQrH3i99sxSkKJK0RJS6KQg9ccigxpsgFl+tYEfTvGXJXba04dWxAgt7I4XDm7OHMIXdLuOxaRTe/0zWQC3JlzN2a2rtJTKZED7ayyiijUd5w2pSZKLK6AVw1rZNGd+RiSxy1S3C3suup8oHQ+PdiSqhSN3TpZ4KqDqakBdsZTZX8CoMzLjnbw25K4KFVxlIfcu6oAx/2Ht1xjhDiX1LMSJmT9zAH5gZrkcUc8ijnFS/qBEQjWIRu3eAQkD3pgnYhlcPofthsrh9ai4i3+w9OaFwBy2kdCxHzmqdV6elwm9avzhDd0ljJqCIBt4VugLklM6P6dRhdP7LPTW8ZfAARlrSTboORhNRUM+lp2CEFN9YgQWHljeyY6bWbXFHNw+LKfJlZwNScXOS7BVruA4Mzox2VevyWitVVXQEveMJ5U2Qiakpv76ReqpHzwGwYfRw+iAa6rnrnECyea/MZCfThdj5xCnnFeRKLOkvrmCdl6iE8E7Jb0Ra+j8WSuCkilldpnWJcgDyOno3l4ME15uEJZHXNWJwxSKK6aOoyESx7fbQ8EqJkUIs4xZOnRVRW4rlK0b1SP6iLYZvfdbuv4mRK3lqzDvvHdhPo+VQ5TMkAN9phG/25AgthFx42l26sqd8O6qwbXX6iAodJyH9QeH8BtWjDrLdU9aGRMeg7id8ykBnMvkeiOHvnPRfI3mJ3rEYY8Tyu/2Q33e5Zv+T3uBWthwgul0sLS7pn6/oo8GZ//DoPtre9HlUpOkQbnQ3a91T3Aru9t9ghkxssVXgJ+FMI3xyWa9DuuyM/HxI/aem6ydwo/jx3vi/+V40UKjded+wO+IBvZtaNma2odY8VCieWg73ahCZ/I+3+EkRRuT6XuveyMdzR6Pr5P7fwWDmbn1eoF0jDMYpvEa6ELEvjJK2LtBFlUYFgoih/fCWczfPgfHplj7M7N5nBIe/ZK2XmqHfbqZl4j+/H1SQ8R16hX0z1HbbCP+r1AuGKD4XrWM3hCT1F3vE4T5Xu0cGdVnkPGfZqGQTz33Mna8BfQj8wvetayuCG6uER2w6BJAQ/rGoMMvxSQJDSJ5+b4QeShDQh2zcHBZd1uA4AAA==&quot;"/>
    <we:property name="creatorSessionId" value="&quot;324305b2-1bd4-4f08-8e93-1b22b0cb4dd1&quot;"/>
    <we:property name="creatorTenantId" value="&quot;9c8c5db4-be73-4c0b-8b3a-2a7abf188de5&quot;"/>
    <we:property name="creatorUserId" value="&quot;10032004CBBBA217&quot;"/>
    <we:property name="datasetId" value="&quot;91a1b7ed-a057-4379-bb4a-df2e3d603300&quot;"/>
    <we:property name="embedUrl" value="&quot;/reportEmbed?reportId=a5b6f2a9-b168-443a-9fed-6115cb21c4a4&amp;config=eyJjbHVzdGVyVXJsIjoiaHR0cHM6Ly9XQUJJLVVLLVNPVVRILUI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81XbW/TMBD+K5U/VygvbZrs21YKQjA2URhCqEKOfW7NXLtynLFS9b9zdlJgZaPbpFb9FOd8Pj9+fPfYXhEuq4Wiy/d0DuSEnBlzPaf2uhOTLtGt7eLi7fnph7ff3p+ej9BsFk4aXZGTFXHUTsFdyaqmykdA49dJl1ClLunU/wmqKuiSBdjKaKrkT2icscvZGtZdArcLZSz1IceOOvBhb9Ad/3Hu+EWKM1Lm5A2MgbnGmvViDv2oz3OeFQmIUrAI3arGISC71wXtQiqH0X2zXI5uFxYRrzYrTWicA+vTIhYi5gVP84HnwS0XvneI6KbGSkYVCbgtVA3MFRkaVc9Da3THPja1ZfABROjSTrolRhJSU82kp2GNFFxagwSFnpeyYqbWrnNGNQ+dM/NjaAGn5uSkv56g5SYwODTaUanbteSsyIsceMYTzsusJ6Jy4O2V1FPVch6YDa2PzYJooOusdg7B4r6W35FAH27tJ06hn3OexKLopUXMk0HqIewIWc0ofv+JxZK4zCLWz9MixbgA/TjaGcvBrSvN7T3IioKxuMcgiYqsLAaJYL3nR+tHQgwYFCJOcedpFg1ysStTdK3UA3nRDPOjrjZZnHTJK2vmYXxbZwI970uHLmngRmsso88zsBBG4WZz6dqcerOVZ1Xr8ogMbH7C/FuJ9wWoRRvOekVVHQoZg76TuJaGzGD2NRLFvXfec4LsTdb7KoQWz938T9bd1Yb1U36DQ9G6jeB0OrUwpRu2RnuBN7x4PQ62V7VuVSnaRhsdDdpzqmuB1V5brJDOJaYqPAX8IYRvDNM5aPfPlh8PiZ+0dFVnbBTfzZ2vi/+qkULlxuOOXQNv8A3NvDTDGbXurkLhj+Vgz5ahyF9KuzkEUVRGx5L3XjaaMxpdv/91CreZs3y8Qj1BGvaRfJNwJPR6aZykRZaWYpDlIJjIBg8fCUdzPTieWtngrI5NZrDJa/ZMmdnr2XZoJs7x/jjrhOvIM/SLqbrCUvitXk8QrnhbuPZVHJ7QQ8zbbuehpruzcYdV3m2GvVoGwfyz72QO+CT0DVO7akEZXFLdXGIXTSAJwQ+zGoM0TwoIUnrvdTM8IAO7PgFlqWDHAP+sJAFWQPcLgrkItOEOAAA=&quot;"/>
    <we:property name="isFiltersActionButtonVisible" value="true"/>
    <we:property name="isFooterCollapsed" value="true"/>
    <we:property name="isTitleSuggestionsDialogDismissed" value="true"/>
    <we:property name="isVisualContainerHeaderHidden" value="false"/>
    <we:property name="pageDisplayName" value="&quot;Detail Costs&quot;"/>
    <we:property name="pptInsertionSessionID" value="&quot;718021FB-FEBF-47C9-9184-24A6ED158B7C&quot;"/>
    <we:property name="reportEmbeddedTime" value="&quot;2025-11-07T08:29:42.577Z&quot;"/>
    <we:property name="reportName" value="&quot;Financial Sales PBi&quot;"/>
    <we:property name="reportState" value="&quot;CONNECTED&quot;"/>
    <we:property name="reportUrl" value="&quot;/groups/me/reports/a5b6f2a9-b168-443a-9fed-6115cb21c4a4?experience=power-bi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Financial Sales PBi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Bullwright</dc:creator>
  <cp:lastModifiedBy>Florence Bullwright</cp:lastModifiedBy>
  <cp:revision>1</cp:revision>
  <dcterms:created xsi:type="dcterms:W3CDTF">2025-11-07T08:23:59Z</dcterms:created>
  <dcterms:modified xsi:type="dcterms:W3CDTF">2025-11-07T08:32:23Z</dcterms:modified>
</cp:coreProperties>
</file>